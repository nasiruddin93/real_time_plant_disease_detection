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81387-6D00-4A27-BF07-050E1E3C4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B6A4C9-428A-47D5-B0D0-BFACDF479D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22905-4766-40BC-B5D6-9EE7A9F55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F1F6-0E54-4FAA-BFA0-8673039DCD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9A9B8-7EC4-4101-BCEA-61A0B4055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D3A39-12F6-4388-B841-90173A8B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8EA8-5852-401D-BD66-879774241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605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1FC35-DBD5-42DB-98B9-E80E9E113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C6E2F-30DB-41FF-B97B-F9EFE7A2F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081A9-7DD0-41D0-8231-D2F531450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F1F6-0E54-4FAA-BFA0-8673039DCD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0B317-447B-4148-97A6-BBE485E9A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8D1F5-C1E8-4661-B305-39638B359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8EA8-5852-401D-BD66-879774241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851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AAE0-8457-4AA8-9EC8-105ED9387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90770-ED4E-464E-BF1B-157E3FF3E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3D307-2D16-41DE-B564-00F1D5AB8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F1F6-0E54-4FAA-BFA0-8673039DCD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C761B-6E02-4564-A77E-1F8FCAF56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DF2D2-81BD-4449-8D2B-CD292D80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8EA8-5852-401D-BD66-879774241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28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D63B4-7D29-4617-8249-4174081C8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9DECF-7CCA-4762-B8AB-2A65203742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26B30-2A3E-45C7-AADA-C3E94A348A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08F8B-157B-468C-9FAC-6CA3E04F0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F1F6-0E54-4FAA-BFA0-8673039DCD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83948-6A50-4AC5-B02D-43ADF9D3B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A710-24D4-45A1-A40F-968E2CEAF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8EA8-5852-401D-BD66-879774241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707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5C1D9-A8B9-4A9A-BF5C-17D31809F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246E1-1D16-404B-BA92-BDAB1B33E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E9D510-66F9-452B-8ABC-A30540821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725507-7BDB-416D-A54F-71C81B2136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52E83D-4613-44B1-8892-2B91F65A5E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4320A4-C93E-4571-98EA-914041138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F1F6-0E54-4FAA-BFA0-8673039DCD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B4E774-F103-45CE-83C0-FC7C0AA44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40BAF1-27AB-4A46-AEE1-203D8C9BD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8EA8-5852-401D-BD66-879774241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041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6FEDB-D148-454E-91E0-0BE454E97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A575D7-F886-4A44-9D31-0C0F0F062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F1F6-0E54-4FAA-BFA0-8673039DCD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32485-8BAF-4636-B612-FB86D635D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42CCD0-1A58-418B-A1B0-CEE709C14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8EA8-5852-401D-BD66-879774241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750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63F1D-6277-4318-9AED-8F8DB4048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F1F6-0E54-4FAA-BFA0-8673039DCD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120C1E-E078-4223-9457-4F6F98BCB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19176-8C07-4C9F-838E-B197F0E12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8EA8-5852-401D-BD66-879774241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81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8EACF-28E2-4D38-9EE2-C5616EF33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23F10-F14E-4AA0-87DB-798A87EB5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E3773-EF9E-454F-BC35-EFCC4305D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389A2-FC88-43FA-912C-3065C06B2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F1F6-0E54-4FAA-BFA0-8673039DCD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53C8A-3AED-4469-8A47-04ABCF8A9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8E1C4-D1CB-45A9-BFC7-9CA8112C3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8EA8-5852-401D-BD66-879774241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63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AE255-055C-42A2-91E5-934183137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8C7086-BAF5-4A1E-B07E-05FBF871A4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774543-352E-4C12-AA34-77A542FE2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FB606-8554-4CBF-8935-7357775EF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F1F6-0E54-4FAA-BFA0-8673039DCD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FB58D3-345A-44D8-9BFC-44F21B202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9D07B-5A29-4101-9931-2FE262B06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8EA8-5852-401D-BD66-879774241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105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05332-8FCF-4C93-8A0C-6B4CC870D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CAAF42-9DE9-4FB8-A0C9-BFA342BF2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1AF45-0079-475B-86DE-D1148A296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F1F6-0E54-4FAA-BFA0-8673039DCD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DC88E-070C-4719-9838-CE2D2FBAA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22B4A-632D-4A57-A64F-6B2DEB096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8EA8-5852-401D-BD66-879774241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009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C5D9BB-8F75-492D-815B-4DF7528758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A720EE-3732-4488-B38D-D7258DBF8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93CE5-1218-4848-8D64-F55FAC858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F1F6-0E54-4FAA-BFA0-8673039DCD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D692A-C345-47D0-BF27-A4AF87B62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40ACC-E447-4E8F-BF47-9AE60DCB9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8EA8-5852-401D-BD66-879774241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55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C0BE98-B475-4DAF-95A8-B9854F6CC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1A6D6-8A79-441E-A305-458A01621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84AA8-466F-42B9-91B3-7A22A03E86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4F1F6-0E54-4FAA-BFA0-8673039DCD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177CC-C610-40EE-8D0A-ED2EDD99C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37B61-226F-4C0F-8700-3A2BBCE3D3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B8EA8-5852-401D-BD66-879774241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372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4BAB1-ABD0-4062-8DB1-5F19148C8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6243" y="975536"/>
            <a:ext cx="9044066" cy="1303545"/>
          </a:xfrm>
        </p:spPr>
        <p:txBody>
          <a:bodyPr>
            <a:normAutofit/>
          </a:bodyPr>
          <a:lstStyle/>
          <a:p>
            <a:r>
              <a:rPr lang="en-US" sz="6600" b="1" dirty="0"/>
              <a:t>Thesis / Project Title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D7557F-1467-4BF3-90A0-3BD958042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29" y="152400"/>
            <a:ext cx="2273508" cy="1916243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16475453-7922-454D-BEDE-7049FE3A7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059" y="3446303"/>
            <a:ext cx="4142282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2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Submitted</a:t>
            </a:r>
            <a:r>
              <a:rPr lang="en-US" sz="1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by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577A47-6768-4AD3-943D-110F31F98F5B}"/>
              </a:ext>
            </a:extLst>
          </p:cNvPr>
          <p:cNvSpPr/>
          <p:nvPr/>
        </p:nvSpPr>
        <p:spPr>
          <a:xfrm>
            <a:off x="8162145" y="3429000"/>
            <a:ext cx="33577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Supervised By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92D72F-5825-4DAC-BA18-9BFCF96BD06A}"/>
              </a:ext>
            </a:extLst>
          </p:cNvPr>
          <p:cNvSpPr txBox="1"/>
          <p:nvPr/>
        </p:nvSpPr>
        <p:spPr>
          <a:xfrm>
            <a:off x="3571408" y="5012733"/>
            <a:ext cx="6093500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No. of Meetings with Supervisor: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253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615FC-6ECB-4550-886E-AC364A115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08" y="1327118"/>
            <a:ext cx="11588621" cy="5495927"/>
          </a:xfrm>
        </p:spPr>
        <p:txBody>
          <a:bodyPr>
            <a:normAutofit fontScale="62500" lnSpcReduction="20000"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Background Study /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elated Work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Problem Statement 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Objectives 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Comparison Table With Existing model vs Proposed Model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Methodology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Tools and Technology Stack 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Core Module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Project Scope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Working Schedule (Gantt Chart)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Expected Outcomes / Result Analysis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Discussion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Limitation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uture Work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BFA2E6-4E38-4E38-A827-10C226BAE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60" y="34955"/>
            <a:ext cx="2075934" cy="12921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FFB6BD-16FA-41FB-A102-6EBC49D36247}"/>
              </a:ext>
            </a:extLst>
          </p:cNvPr>
          <p:cNvSpPr txBox="1"/>
          <p:nvPr/>
        </p:nvSpPr>
        <p:spPr>
          <a:xfrm>
            <a:off x="3543185" y="681036"/>
            <a:ext cx="361339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Table Of Content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273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62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Wingdings</vt:lpstr>
      <vt:lpstr>Office Theme</vt:lpstr>
      <vt:lpstr>Thesis / Project Title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0424314003 - Nila Sultana</dc:creator>
  <cp:lastModifiedBy>0424314003 - Nila Sultana</cp:lastModifiedBy>
  <cp:revision>12</cp:revision>
  <dcterms:created xsi:type="dcterms:W3CDTF">2026-09-14T06:09:30Z</dcterms:created>
  <dcterms:modified xsi:type="dcterms:W3CDTF">2026-09-14T06:31:08Z</dcterms:modified>
</cp:coreProperties>
</file>